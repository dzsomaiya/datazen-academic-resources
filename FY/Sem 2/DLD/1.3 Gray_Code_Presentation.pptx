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GRAY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Logic Design</a:t>
            </a:r>
          </a:p>
          <a:p>
            <a:r>
              <a:t>Prepared for FY Engineering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GRAY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Gray code is a binary numbering system where two successive values differ in only one bit.</a:t>
            </a:r>
          </a:p>
          <a:p/>
          <a:p>
            <a:r>
              <a:t>It is also called Reflected Binary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GRAY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Reduces errors</a:t>
            </a:r>
          </a:p>
          <a:p>
            <a:r>
              <a:t>✔ Avoids glitches</a:t>
            </a:r>
          </a:p>
          <a:p>
            <a:r>
              <a:t>✔ Used in encoders</a:t>
            </a:r>
          </a:p>
          <a:p>
            <a:r>
              <a:t>✔ Used in Karnaugh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 BINARY VS GRAY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 Sequence:</a:t>
            </a:r>
          </a:p>
          <a:p>
            <a:r>
              <a:t>000</a:t>
            </a:r>
          </a:p>
          <a:p>
            <a:r>
              <a:t>001</a:t>
            </a:r>
          </a:p>
          <a:p>
            <a:r>
              <a:t>010</a:t>
            </a:r>
          </a:p>
          <a:p>
            <a:r>
              <a:t>011</a:t>
            </a:r>
          </a:p>
          <a:p>
            <a:r>
              <a:t>100</a:t>
            </a:r>
          </a:p>
          <a:p>
            <a:r>
              <a:t>101</a:t>
            </a:r>
          </a:p>
          <a:p>
            <a:r>
              <a:t>110</a:t>
            </a:r>
          </a:p>
          <a:p>
            <a:r>
              <a:t>111</a:t>
            </a:r>
          </a:p>
          <a:p/>
          <a:p>
            <a:r>
              <a:t>Gray Code Sequence:</a:t>
            </a:r>
          </a:p>
          <a:p>
            <a:r>
              <a:t>000</a:t>
            </a:r>
          </a:p>
          <a:p>
            <a:r>
              <a:t>001</a:t>
            </a:r>
          </a:p>
          <a:p>
            <a:r>
              <a:t>011</a:t>
            </a:r>
          </a:p>
          <a:p>
            <a:r>
              <a:t>010</a:t>
            </a:r>
          </a:p>
          <a:p>
            <a:r>
              <a:t>110</a:t>
            </a:r>
          </a:p>
          <a:p>
            <a:r>
              <a:t>111</a:t>
            </a:r>
          </a:p>
          <a:p>
            <a:r>
              <a:t>101</a:t>
            </a:r>
          </a:p>
          <a:p>
            <a:r>
              <a:t>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TO CONVERT BINARY TO GRAY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Copy MSB</a:t>
            </a:r>
          </a:p>
          <a:p>
            <a:r>
              <a:t>Step 2: XOR current bit with previous bit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Binary: 1011</a:t>
            </a:r>
          </a:p>
          <a:p/>
          <a:p>
            <a:r>
              <a:t>Gray:</a:t>
            </a:r>
          </a:p>
          <a:p>
            <a:r>
              <a:t>1</a:t>
            </a:r>
          </a:p>
          <a:p>
            <a:r>
              <a:t>1⊕0 = 1</a:t>
            </a:r>
          </a:p>
          <a:p>
            <a:r>
              <a:t>0⊕1 = 1</a:t>
            </a:r>
          </a:p>
          <a:p>
            <a:r>
              <a:t>1⊕1 = 0</a:t>
            </a:r>
          </a:p>
          <a:p/>
          <a:p>
            <a:r>
              <a:t>Gray Code = 1110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TO CONVERT GRAY TO BINARY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Copy MSB</a:t>
            </a:r>
          </a:p>
          <a:p>
            <a:r>
              <a:t>Step 2: XOR result with next gray bit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Shaft encoders</a:t>
            </a:r>
          </a:p>
          <a:p>
            <a:r>
              <a:t>✔ ADC</a:t>
            </a:r>
          </a:p>
          <a:p>
            <a:r>
              <a:t>✔ Karnaugh map</a:t>
            </a:r>
          </a:p>
          <a:p>
            <a:r>
              <a:t>✔ Communication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Minimizes error</a:t>
            </a:r>
          </a:p>
          <a:p>
            <a:r>
              <a:t>✔ Only 1-bit change</a:t>
            </a:r>
          </a:p>
          <a:p>
            <a:r>
              <a:t>✔ More reliable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✘ Complex conversion</a:t>
            </a:r>
          </a:p>
          <a:p>
            <a:r>
              <a:t>✘ Not suitable for arithmetic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Binary: 1101</a:t>
            </a:r>
          </a:p>
          <a:p>
            <a:r>
              <a:t>Find Gray code</a:t>
            </a:r>
          </a:p>
          <a:p>
            <a:r>
              <a:t>A) 1011</a:t>
            </a:r>
          </a:p>
          <a:p>
            <a:r>
              <a:t>B) 1001</a:t>
            </a:r>
          </a:p>
          <a:p>
            <a:r>
              <a:t>C) 1110</a:t>
            </a:r>
          </a:p>
          <a:p>
            <a:r>
              <a:t>D) 0101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