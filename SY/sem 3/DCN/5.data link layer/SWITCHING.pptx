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88" r:id="rId3"/>
    <p:sldId id="258" r:id="rId4"/>
    <p:sldId id="287" r:id="rId5"/>
    <p:sldId id="286" r:id="rId6"/>
    <p:sldId id="259" r:id="rId7"/>
    <p:sldId id="260" r:id="rId8"/>
    <p:sldId id="290" r:id="rId9"/>
    <p:sldId id="291" r:id="rId10"/>
    <p:sldId id="301" r:id="rId11"/>
    <p:sldId id="261" r:id="rId12"/>
    <p:sldId id="263" r:id="rId13"/>
    <p:sldId id="264" r:id="rId14"/>
    <p:sldId id="265" r:id="rId15"/>
    <p:sldId id="284" r:id="rId16"/>
    <p:sldId id="285" r:id="rId17"/>
    <p:sldId id="272" r:id="rId18"/>
    <p:sldId id="292" r:id="rId19"/>
    <p:sldId id="293" r:id="rId20"/>
    <p:sldId id="294" r:id="rId21"/>
    <p:sldId id="273" r:id="rId22"/>
    <p:sldId id="274" r:id="rId23"/>
    <p:sldId id="302" r:id="rId24"/>
    <p:sldId id="295" r:id="rId25"/>
    <p:sldId id="275" r:id="rId26"/>
    <p:sldId id="276" r:id="rId27"/>
    <p:sldId id="277" r:id="rId28"/>
    <p:sldId id="303" r:id="rId29"/>
    <p:sldId id="296" r:id="rId30"/>
    <p:sldId id="278" r:id="rId31"/>
    <p:sldId id="304" r:id="rId32"/>
    <p:sldId id="283" r:id="rId33"/>
    <p:sldId id="282" r:id="rId34"/>
    <p:sldId id="289" r:id="rId3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02" autoAdjust="0"/>
    <p:restoredTop sz="94660"/>
  </p:normalViewPr>
  <p:slideViewPr>
    <p:cSldViewPr>
      <p:cViewPr varScale="1">
        <p:scale>
          <a:sx n="68" d="100"/>
          <a:sy n="68" d="100"/>
        </p:scale>
        <p:origin x="-147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E30FB-0CB2-47D0-94EF-1E63273240C0}" type="datetimeFigureOut">
              <a:rPr lang="en-US" smtClean="0"/>
              <a:pPr/>
              <a:t>2/15/2018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BD50-ED31-46F8-8664-A33533DA2BC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E30FB-0CB2-47D0-94EF-1E63273240C0}" type="datetimeFigureOut">
              <a:rPr lang="en-US" smtClean="0"/>
              <a:pPr/>
              <a:t>2/15/2018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BD50-ED31-46F8-8664-A33533DA2BC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E30FB-0CB2-47D0-94EF-1E63273240C0}" type="datetimeFigureOut">
              <a:rPr lang="en-US" smtClean="0"/>
              <a:pPr/>
              <a:t>2/15/2018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BD50-ED31-46F8-8664-A33533DA2BC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E30FB-0CB2-47D0-94EF-1E63273240C0}" type="datetimeFigureOut">
              <a:rPr lang="en-US" smtClean="0"/>
              <a:pPr/>
              <a:t>2/15/2018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BD50-ED31-46F8-8664-A33533DA2BC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E30FB-0CB2-47D0-94EF-1E63273240C0}" type="datetimeFigureOut">
              <a:rPr lang="en-US" smtClean="0"/>
              <a:pPr/>
              <a:t>2/15/2018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BD50-ED31-46F8-8664-A33533DA2BC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E30FB-0CB2-47D0-94EF-1E63273240C0}" type="datetimeFigureOut">
              <a:rPr lang="en-US" smtClean="0"/>
              <a:pPr/>
              <a:t>2/15/2018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BD50-ED31-46F8-8664-A33533DA2BC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E30FB-0CB2-47D0-94EF-1E63273240C0}" type="datetimeFigureOut">
              <a:rPr lang="en-US" smtClean="0"/>
              <a:pPr/>
              <a:t>2/15/2018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BD50-ED31-46F8-8664-A33533DA2BC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E30FB-0CB2-47D0-94EF-1E63273240C0}" type="datetimeFigureOut">
              <a:rPr lang="en-US" smtClean="0"/>
              <a:pPr/>
              <a:t>2/15/2018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BD50-ED31-46F8-8664-A33533DA2BC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E30FB-0CB2-47D0-94EF-1E63273240C0}" type="datetimeFigureOut">
              <a:rPr lang="en-US" smtClean="0"/>
              <a:pPr/>
              <a:t>2/15/2018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BD50-ED31-46F8-8664-A33533DA2BC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E30FB-0CB2-47D0-94EF-1E63273240C0}" type="datetimeFigureOut">
              <a:rPr lang="en-US" smtClean="0"/>
              <a:pPr/>
              <a:t>2/15/2018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BD50-ED31-46F8-8664-A33533DA2BC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E30FB-0CB2-47D0-94EF-1E63273240C0}" type="datetimeFigureOut">
              <a:rPr lang="en-US" smtClean="0"/>
              <a:pPr/>
              <a:t>2/15/2018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BD50-ED31-46F8-8664-A33533DA2BC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77724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4114800"/>
            <a:ext cx="77724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0E30FB-0CB2-47D0-94EF-1E63273240C0}" type="datetimeFigureOut">
              <a:rPr lang="en-US" smtClean="0"/>
              <a:pPr/>
              <a:t>2/15/2018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5DBD50-ED31-46F8-8664-A33533DA2BC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066800"/>
            <a:ext cx="7772400" cy="3933836"/>
          </a:xfrm>
          <a:noFill/>
        </p:spPr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sz="5400" dirty="0" smtClean="0">
                <a:solidFill>
                  <a:schemeClr val="hlink"/>
                </a:solidFill>
              </a:rPr>
              <a:t>Switching</a:t>
            </a:r>
            <a:br>
              <a:rPr lang="en-US" sz="5400" dirty="0" smtClean="0">
                <a:solidFill>
                  <a:schemeClr val="hlink"/>
                </a:solidFill>
              </a:rPr>
            </a:br>
            <a:r>
              <a:rPr lang="en-US" sz="5400" dirty="0">
                <a:solidFill>
                  <a:schemeClr val="hlink"/>
                </a:solidFill>
              </a:rPr>
              <a:t/>
            </a:r>
            <a:br>
              <a:rPr lang="en-US" sz="5400" dirty="0">
                <a:solidFill>
                  <a:schemeClr val="hlink"/>
                </a:solidFill>
              </a:rPr>
            </a:br>
            <a:r>
              <a:rPr lang="en-US" sz="5400" dirty="0" smtClean="0">
                <a:solidFill>
                  <a:schemeClr val="hlink"/>
                </a:solidFill>
              </a:rPr>
              <a:t>                                  </a:t>
            </a:r>
            <a:r>
              <a:rPr lang="en-US" sz="2400" i="1" dirty="0" err="1" smtClean="0">
                <a:solidFill>
                  <a:schemeClr val="hlink"/>
                </a:solidFill>
              </a:rPr>
              <a:t>Nandana</a:t>
            </a:r>
            <a:r>
              <a:rPr lang="en-US" sz="2400" i="1" dirty="0" smtClean="0">
                <a:solidFill>
                  <a:schemeClr val="hlink"/>
                </a:solidFill>
              </a:rPr>
              <a:t> </a:t>
            </a:r>
            <a:r>
              <a:rPr lang="en-US" sz="2400" i="1" dirty="0" err="1" smtClean="0">
                <a:solidFill>
                  <a:schemeClr val="hlink"/>
                </a:solidFill>
              </a:rPr>
              <a:t>Prabhu</a:t>
            </a:r>
            <a:endParaRPr lang="en-US" sz="2400" i="1" dirty="0" smtClean="0">
              <a:solidFill>
                <a:schemeClr val="hlink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Switching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 smtClean="0">
                <a:solidFill>
                  <a:srgbClr val="FF0000"/>
                </a:solidFill>
              </a:rPr>
              <a:t>Switching</a:t>
            </a:r>
            <a:r>
              <a:rPr lang="en-US" dirty="0" smtClean="0"/>
              <a:t> is a method  by which multiple communication devices are connected to one another efficiently.</a:t>
            </a:r>
          </a:p>
          <a:p>
            <a:pPr algn="just"/>
            <a:r>
              <a:rPr lang="en-US" dirty="0" smtClean="0">
                <a:solidFill>
                  <a:srgbClr val="FF0000"/>
                </a:solidFill>
              </a:rPr>
              <a:t>Switches</a:t>
            </a:r>
            <a:r>
              <a:rPr lang="en-US" dirty="0" smtClean="0"/>
              <a:t> are devices capable of creating temporary connections between two or more devices linked to the switch but not to each other.</a:t>
            </a:r>
          </a:p>
          <a:p>
            <a:pPr algn="just"/>
            <a:r>
              <a:rPr lang="en-US" dirty="0" smtClean="0"/>
              <a:t>It is a intermediate hardware or software that links devices together  temporarily. </a:t>
            </a:r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625" y="1785938"/>
            <a:ext cx="8043863" cy="478633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3078" name="Rectangle 6"/>
          <p:cNvSpPr>
            <a:spLocks noChangeArrowheads="1"/>
          </p:cNvSpPr>
          <p:nvPr/>
        </p:nvSpPr>
        <p:spPr bwMode="auto">
          <a:xfrm>
            <a:off x="3027363" y="269875"/>
            <a:ext cx="3387725" cy="5889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r>
              <a:rPr lang="en-US" sz="3200" b="1">
                <a:solidFill>
                  <a:srgbClr val="063DE8"/>
                </a:solidFill>
              </a:rPr>
              <a:t>Switched Network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Switch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Switches are devices capable of creating temporary connections between two or more devices linked to the switch but not to each other.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Circuit Switching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92363" y="5576888"/>
            <a:ext cx="6751637" cy="976312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buFontTx/>
              <a:buNone/>
            </a:pPr>
            <a:r>
              <a:rPr lang="en-US" smtClean="0">
                <a:solidFill>
                  <a:schemeClr val="accent2"/>
                </a:solidFill>
              </a:rPr>
              <a:t>(a)</a:t>
            </a:r>
            <a:r>
              <a:rPr lang="en-US" smtClean="0"/>
              <a:t> Circuit switching.</a:t>
            </a:r>
          </a:p>
          <a:p>
            <a:pPr eaLnBrk="1" hangingPunct="1">
              <a:buFontTx/>
              <a:buNone/>
            </a:pPr>
            <a:r>
              <a:rPr lang="en-US" smtClean="0">
                <a:solidFill>
                  <a:schemeClr val="accent2"/>
                </a:solidFill>
              </a:rPr>
              <a:t>(b)</a:t>
            </a:r>
            <a:r>
              <a:rPr lang="en-US" smtClean="0"/>
              <a:t> Packet switching.</a:t>
            </a:r>
          </a:p>
        </p:txBody>
      </p:sp>
      <p:pic>
        <p:nvPicPr>
          <p:cNvPr id="48132" name="Picture 4" descr="2-3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00166" y="1500174"/>
            <a:ext cx="6981825" cy="415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5425" y="3165475"/>
            <a:ext cx="8424863" cy="13414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9275" y="2254250"/>
            <a:ext cx="7778750" cy="31480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5126" name="Rectangle 6"/>
          <p:cNvSpPr>
            <a:spLocks noChangeArrowheads="1"/>
          </p:cNvSpPr>
          <p:nvPr/>
        </p:nvSpPr>
        <p:spPr bwMode="auto">
          <a:xfrm>
            <a:off x="2417763" y="346075"/>
            <a:ext cx="4764087" cy="5889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r>
              <a:rPr lang="en-US" sz="3200" b="1">
                <a:solidFill>
                  <a:srgbClr val="063DE8"/>
                </a:solidFill>
              </a:rPr>
              <a:t>Circuit-Switched Network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Circuit Switching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A circuit switch network is made up of a set of switches connected by physical links, in which each link is divided into n channels</a:t>
            </a:r>
          </a:p>
          <a:p>
            <a:r>
              <a:rPr lang="en-IN" dirty="0" smtClean="0"/>
              <a:t>There are three phases:</a:t>
            </a:r>
          </a:p>
          <a:p>
            <a:r>
              <a:rPr lang="en-IN" dirty="0" smtClean="0"/>
              <a:t>Set up phase</a:t>
            </a:r>
          </a:p>
          <a:p>
            <a:r>
              <a:rPr lang="en-IN" dirty="0" smtClean="0"/>
              <a:t>Data Transfer Phase</a:t>
            </a:r>
          </a:p>
          <a:p>
            <a:r>
              <a:rPr lang="en-IN" dirty="0" smtClean="0"/>
              <a:t>Terminate phase</a:t>
            </a:r>
          </a:p>
        </p:txBody>
      </p:sp>
    </p:spTree>
    <p:extLst>
      <p:ext uri="{BB962C8B-B14F-4D97-AF65-F5344CB8AC3E}">
        <p14:creationId xmlns:p14="http://schemas.microsoft.com/office/powerpoint/2010/main" val="15404338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Circuit Switching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resources need to be reserved during the set up </a:t>
            </a:r>
            <a:r>
              <a:rPr lang="en-IN" dirty="0" smtClean="0"/>
              <a:t>phase</a:t>
            </a:r>
          </a:p>
          <a:p>
            <a:r>
              <a:rPr lang="en-IN" dirty="0" smtClean="0"/>
              <a:t>The resources remain dedicated for the entire duration of data transfer</a:t>
            </a:r>
          </a:p>
          <a:p>
            <a:r>
              <a:rPr lang="en-IN" dirty="0" smtClean="0"/>
              <a:t>Until teardown</a:t>
            </a:r>
          </a:p>
          <a:p>
            <a:r>
              <a:rPr lang="en-IN" dirty="0" smtClean="0">
                <a:solidFill>
                  <a:srgbClr val="FF0000"/>
                </a:solidFill>
              </a:rPr>
              <a:t>Application:</a:t>
            </a:r>
          </a:p>
          <a:p>
            <a:pPr lvl="1"/>
            <a:r>
              <a:rPr lang="en-IN" dirty="0" smtClean="0"/>
              <a:t>Telephone Networks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86468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Circuit </a:t>
            </a:r>
            <a:r>
              <a:rPr lang="en-IN" dirty="0"/>
              <a:t>s</a:t>
            </a:r>
            <a:r>
              <a:rPr lang="en-IN" dirty="0" smtClean="0"/>
              <a:t>witching-Timing Diagram</a:t>
            </a:r>
            <a:endParaRPr lang="en-IN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755516"/>
            <a:ext cx="8229600" cy="4215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964119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5913" y="2265363"/>
            <a:ext cx="8272462" cy="31527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6150" name="Rectangle 6"/>
          <p:cNvSpPr>
            <a:spLocks noChangeArrowheads="1"/>
          </p:cNvSpPr>
          <p:nvPr/>
        </p:nvSpPr>
        <p:spPr bwMode="auto">
          <a:xfrm>
            <a:off x="3560763" y="498475"/>
            <a:ext cx="1366837" cy="5889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r>
              <a:rPr lang="en-US" sz="3200" b="1">
                <a:solidFill>
                  <a:srgbClr val="063DE8"/>
                </a:solidFill>
              </a:rPr>
              <a:t>Switch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1613" y="3014663"/>
            <a:ext cx="8496300" cy="162718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9900" y="1914525"/>
            <a:ext cx="7975600" cy="38544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9222" name="Rectangle 6"/>
          <p:cNvSpPr>
            <a:spLocks noChangeArrowheads="1"/>
          </p:cNvSpPr>
          <p:nvPr/>
        </p:nvSpPr>
        <p:spPr bwMode="auto">
          <a:xfrm>
            <a:off x="3027363" y="346075"/>
            <a:ext cx="3073400" cy="5889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r>
              <a:rPr lang="en-US" sz="3200" b="1">
                <a:solidFill>
                  <a:srgbClr val="063DE8"/>
                </a:solidFill>
              </a:rPr>
              <a:t>Crossbar Switch</a:t>
            </a: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2725" y="1630363"/>
            <a:ext cx="8475663" cy="44227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10246" name="Rectangle 6"/>
          <p:cNvSpPr>
            <a:spLocks noChangeArrowheads="1"/>
          </p:cNvSpPr>
          <p:nvPr/>
        </p:nvSpPr>
        <p:spPr bwMode="auto">
          <a:xfrm>
            <a:off x="3027363" y="346075"/>
            <a:ext cx="3319462" cy="5889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r>
              <a:rPr lang="en-US" sz="3200" b="1">
                <a:solidFill>
                  <a:srgbClr val="063DE8"/>
                </a:solidFill>
              </a:rPr>
              <a:t>Multistage Switch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6063" y="1012825"/>
            <a:ext cx="8408987" cy="50212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15366" name="Rectangle 6"/>
          <p:cNvSpPr>
            <a:spLocks noChangeArrowheads="1"/>
          </p:cNvSpPr>
          <p:nvPr/>
        </p:nvSpPr>
        <p:spPr bwMode="auto">
          <a:xfrm>
            <a:off x="2189163" y="193675"/>
            <a:ext cx="4110037" cy="5889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r>
              <a:rPr lang="en-US" sz="3200" b="1">
                <a:solidFill>
                  <a:srgbClr val="063DE8"/>
                </a:solidFill>
              </a:rPr>
              <a:t>Time-Slot Interchange</a:t>
            </a: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3688" y="976313"/>
            <a:ext cx="8162925" cy="495458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16390" name="Rectangle 6"/>
          <p:cNvSpPr>
            <a:spLocks noChangeArrowheads="1"/>
          </p:cNvSpPr>
          <p:nvPr/>
        </p:nvSpPr>
        <p:spPr bwMode="auto">
          <a:xfrm>
            <a:off x="2951163" y="117475"/>
            <a:ext cx="2236787" cy="5889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r>
              <a:rPr lang="en-US" sz="3200" b="1">
                <a:solidFill>
                  <a:srgbClr val="063DE8"/>
                </a:solidFill>
              </a:rPr>
              <a:t>TST Switch</a:t>
            </a: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5588" y="3028950"/>
            <a:ext cx="8348662" cy="15827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Packet Switching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There is no resource reservation</a:t>
            </a:r>
          </a:p>
          <a:p>
            <a:r>
              <a:rPr lang="en-IN" dirty="0" smtClean="0"/>
              <a:t>Resources are allocated on demand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49123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Datagram Networks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Referred to as connectionless networks.</a:t>
            </a:r>
          </a:p>
          <a:p>
            <a:r>
              <a:rPr lang="en-IN" dirty="0" smtClean="0"/>
              <a:t>Here the switch need not keep information of about connection table</a:t>
            </a:r>
          </a:p>
          <a:p>
            <a:r>
              <a:rPr lang="en-IN" dirty="0" smtClean="0"/>
              <a:t>No setup and tear down phase</a:t>
            </a:r>
          </a:p>
          <a:p>
            <a:r>
              <a:rPr lang="en-IN" dirty="0" smtClean="0"/>
              <a:t>Each packet is treated in same way regardless of its source and destination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85131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Datagram Networks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Switch in a datagram network uses a routing table that is based on destination address</a:t>
            </a:r>
          </a:p>
          <a:p>
            <a:r>
              <a:rPr lang="en-IN" dirty="0" smtClean="0"/>
              <a:t>The destination address remains the same throughout the entire journey of packet.</a:t>
            </a:r>
          </a:p>
          <a:p>
            <a:r>
              <a:rPr lang="en-IN" dirty="0" smtClean="0"/>
              <a:t>Efficiency: more than circuit switch</a:t>
            </a:r>
          </a:p>
          <a:p>
            <a:r>
              <a:rPr lang="en-IN" dirty="0" smtClean="0"/>
              <a:t>Delay : greater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09505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1288" y="2022475"/>
            <a:ext cx="8594725" cy="3586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18438" name="Rectangle 6"/>
          <p:cNvSpPr>
            <a:spLocks noChangeArrowheads="1"/>
          </p:cNvSpPr>
          <p:nvPr/>
        </p:nvSpPr>
        <p:spPr bwMode="auto">
          <a:xfrm>
            <a:off x="2570163" y="346075"/>
            <a:ext cx="3581687" cy="58221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r>
              <a:rPr lang="en-US" sz="3200" b="1" dirty="0" smtClean="0">
                <a:solidFill>
                  <a:srgbClr val="063DE8"/>
                </a:solidFill>
              </a:rPr>
              <a:t>Datagram </a:t>
            </a:r>
            <a:r>
              <a:rPr lang="en-US" sz="3200" b="1" dirty="0">
                <a:solidFill>
                  <a:srgbClr val="063DE8"/>
                </a:solidFill>
              </a:rPr>
              <a:t>Approach</a:t>
            </a: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0050" y="1979613"/>
            <a:ext cx="8113713" cy="370998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19462" name="Rectangle 6"/>
          <p:cNvSpPr>
            <a:spLocks noChangeArrowheads="1"/>
          </p:cNvSpPr>
          <p:nvPr/>
        </p:nvSpPr>
        <p:spPr bwMode="auto">
          <a:xfrm>
            <a:off x="1198563" y="803275"/>
            <a:ext cx="7213600" cy="5889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r>
              <a:rPr lang="en-US" sz="3200" b="1">
                <a:solidFill>
                  <a:srgbClr val="063DE8"/>
                </a:solidFill>
              </a:rPr>
              <a:t>Datagram Approach, Multiple Channels</a:t>
            </a: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Packet switching-Timing Diagram</a:t>
            </a:r>
            <a:endParaRPr lang="en-IN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880564"/>
            <a:ext cx="8229600" cy="3965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46918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63DE8"/>
                </a:solidFill>
              </a:rPr>
              <a:t>Switched Virtual Circuit</a:t>
            </a:r>
            <a:br>
              <a:rPr lang="en-US" b="1" dirty="0">
                <a:solidFill>
                  <a:srgbClr val="063DE8"/>
                </a:solidFill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As in circuit switching  it has setup phase, data transfer phase and terminate phase</a:t>
            </a:r>
          </a:p>
          <a:p>
            <a:r>
              <a:rPr lang="en-IN" dirty="0" smtClean="0"/>
              <a:t>Resources are allocated during setup or on demand as in datagram</a:t>
            </a:r>
          </a:p>
          <a:p>
            <a:r>
              <a:rPr lang="en-IN" dirty="0" smtClean="0"/>
              <a:t>As in datagram , each packet carries an address , but address is </a:t>
            </a:r>
            <a:r>
              <a:rPr lang="en-IN" dirty="0" smtClean="0">
                <a:solidFill>
                  <a:srgbClr val="FF0000"/>
                </a:solidFill>
              </a:rPr>
              <a:t>localised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09619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96925" y="1452563"/>
            <a:ext cx="7321550" cy="38639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20486" name="Rectangle 6"/>
          <p:cNvSpPr>
            <a:spLocks noChangeArrowheads="1"/>
          </p:cNvSpPr>
          <p:nvPr/>
        </p:nvSpPr>
        <p:spPr bwMode="auto">
          <a:xfrm>
            <a:off x="2417763" y="346075"/>
            <a:ext cx="4481512" cy="5889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r>
              <a:rPr lang="en-US" sz="3200" b="1" dirty="0">
                <a:solidFill>
                  <a:srgbClr val="063DE8"/>
                </a:solidFill>
              </a:rPr>
              <a:t>Switched Virtual Circuit</a:t>
            </a: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9100" y="1420813"/>
            <a:ext cx="8077200" cy="445928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21510" name="Rectangle 6"/>
          <p:cNvSpPr>
            <a:spLocks noChangeArrowheads="1"/>
          </p:cNvSpPr>
          <p:nvPr/>
        </p:nvSpPr>
        <p:spPr bwMode="auto">
          <a:xfrm>
            <a:off x="2417763" y="346075"/>
            <a:ext cx="4481512" cy="5889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r>
              <a:rPr lang="en-US" sz="3200" b="1">
                <a:solidFill>
                  <a:srgbClr val="063DE8"/>
                </a:solidFill>
              </a:rPr>
              <a:t>Switched Virtual Circuit</a:t>
            </a: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20725" y="1905000"/>
            <a:ext cx="7472363" cy="38719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22534" name="Rectangle 6"/>
          <p:cNvSpPr>
            <a:spLocks noChangeArrowheads="1"/>
          </p:cNvSpPr>
          <p:nvPr/>
        </p:nvSpPr>
        <p:spPr bwMode="auto">
          <a:xfrm>
            <a:off x="2417763" y="346075"/>
            <a:ext cx="4481512" cy="5889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r>
              <a:rPr lang="en-US" sz="3200" b="1">
                <a:solidFill>
                  <a:srgbClr val="063DE8"/>
                </a:solidFill>
              </a:rPr>
              <a:t>Switched Virtual Circuit</a:t>
            </a: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Virtual circuit </a:t>
            </a:r>
            <a:r>
              <a:rPr lang="en-IN" dirty="0" err="1" smtClean="0"/>
              <a:t>switching_Timing</a:t>
            </a:r>
            <a:r>
              <a:rPr lang="en-IN" smtClean="0"/>
              <a:t> Diagram</a:t>
            </a:r>
            <a:endParaRPr lang="en-IN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749531"/>
            <a:ext cx="8229600" cy="422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6084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Switching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Circuit switching- physical layer</a:t>
            </a:r>
          </a:p>
          <a:p>
            <a:r>
              <a:rPr lang="en-IN" dirty="0" smtClean="0"/>
              <a:t>Virtual circuit- Data link layer</a:t>
            </a:r>
          </a:p>
          <a:p>
            <a:r>
              <a:rPr lang="en-IN" dirty="0" smtClean="0"/>
              <a:t>Datagram- Network layer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61232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9875" y="1701800"/>
            <a:ext cx="8374063" cy="42783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23558" name="Rectangle 6"/>
          <p:cNvSpPr>
            <a:spLocks noChangeArrowheads="1"/>
          </p:cNvSpPr>
          <p:nvPr/>
        </p:nvSpPr>
        <p:spPr bwMode="auto">
          <a:xfrm>
            <a:off x="2798763" y="422275"/>
            <a:ext cx="3479800" cy="5889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r>
              <a:rPr lang="en-US" sz="3200" b="1">
                <a:solidFill>
                  <a:srgbClr val="063DE8"/>
                </a:solidFill>
              </a:rPr>
              <a:t>Message Switching</a:t>
            </a:r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Message switching-Timing Diagram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628800"/>
            <a:ext cx="5688631" cy="4392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125532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Circuit switched v/s Packet Switching</a:t>
            </a:r>
          </a:p>
        </p:txBody>
      </p:sp>
      <p:pic>
        <p:nvPicPr>
          <p:cNvPr id="50180" name="Picture 4" descr="2-4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98513" y="1452563"/>
            <a:ext cx="7653337" cy="3897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Message Switching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8763" y="6245225"/>
            <a:ext cx="8724900" cy="612775"/>
          </a:xfrm>
        </p:spPr>
        <p:txBody>
          <a:bodyPr>
            <a:normAutofit fontScale="77500" lnSpcReduction="20000"/>
          </a:bodyPr>
          <a:lstStyle/>
          <a:p>
            <a:pPr eaLnBrk="1" hangingPunct="1">
              <a:buFontTx/>
              <a:buNone/>
            </a:pPr>
            <a:r>
              <a:rPr lang="en-US" smtClean="0">
                <a:solidFill>
                  <a:schemeClr val="accent2"/>
                </a:solidFill>
              </a:rPr>
              <a:t>(a)</a:t>
            </a:r>
            <a:r>
              <a:rPr lang="en-US" smtClean="0"/>
              <a:t> Circuit switching   </a:t>
            </a:r>
            <a:r>
              <a:rPr lang="en-US" smtClean="0">
                <a:solidFill>
                  <a:schemeClr val="accent2"/>
                </a:solidFill>
              </a:rPr>
              <a:t>(b)</a:t>
            </a:r>
            <a:r>
              <a:rPr lang="en-US" smtClean="0"/>
              <a:t> Message switching   </a:t>
            </a:r>
            <a:r>
              <a:rPr lang="en-US" smtClean="0">
                <a:solidFill>
                  <a:schemeClr val="accent2"/>
                </a:solidFill>
              </a:rPr>
              <a:t>(c) </a:t>
            </a:r>
            <a:r>
              <a:rPr lang="en-US" smtClean="0"/>
              <a:t>Packet switching</a:t>
            </a:r>
          </a:p>
        </p:txBody>
      </p:sp>
      <p:pic>
        <p:nvPicPr>
          <p:cNvPr id="49156" name="Picture 4" descr="2-3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50988" y="1090613"/>
            <a:ext cx="5892800" cy="5135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In circuit switching, timing diagram, the last phase i.e. Terminate phase is not shown(</a:t>
            </a:r>
            <a:r>
              <a:rPr lang="en-IN" dirty="0" err="1" smtClean="0"/>
              <a:t>frm</a:t>
            </a:r>
            <a:r>
              <a:rPr lang="en-IN" dirty="0" smtClean="0"/>
              <a:t> D to A)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9610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394</Words>
  <Application>Microsoft Office PowerPoint</Application>
  <PresentationFormat>On-screen Show (4:3)</PresentationFormat>
  <Paragraphs>64</Paragraphs>
  <Slides>34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Office Theme</vt:lpstr>
      <vt:lpstr> Switching                                    Nandana Prabhu</vt:lpstr>
      <vt:lpstr>Switching</vt:lpstr>
      <vt:lpstr>PowerPoint Presentation</vt:lpstr>
      <vt:lpstr>Switch</vt:lpstr>
      <vt:lpstr>Circuit Switching</vt:lpstr>
      <vt:lpstr>PowerPoint Presentation</vt:lpstr>
      <vt:lpstr>PowerPoint Presentation</vt:lpstr>
      <vt:lpstr>Circuit Switching</vt:lpstr>
      <vt:lpstr>Circuit Switching</vt:lpstr>
      <vt:lpstr>Circuit switching-Timing Diagram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Packet Switching</vt:lpstr>
      <vt:lpstr>Datagram Networks</vt:lpstr>
      <vt:lpstr>Datagram Networks</vt:lpstr>
      <vt:lpstr>PowerPoint Presentation</vt:lpstr>
      <vt:lpstr>PowerPoint Presentation</vt:lpstr>
      <vt:lpstr>Packet switching-Timing Diagram</vt:lpstr>
      <vt:lpstr>Switched Virtual Circuit </vt:lpstr>
      <vt:lpstr>PowerPoint Presentation</vt:lpstr>
      <vt:lpstr>PowerPoint Presentation</vt:lpstr>
      <vt:lpstr>PowerPoint Presentation</vt:lpstr>
      <vt:lpstr>Virtual circuit switching_Timing Diagram</vt:lpstr>
      <vt:lpstr>Switching</vt:lpstr>
      <vt:lpstr>PowerPoint Presentation</vt:lpstr>
      <vt:lpstr>Message switching-Timing Diagram</vt:lpstr>
      <vt:lpstr>Circuit switched v/s Packet Switching</vt:lpstr>
      <vt:lpstr>Message Switching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Switching                                    Nandana Prabhu</dc:title>
  <dc:creator>Ashwin</dc:creator>
  <cp:lastModifiedBy>Admin</cp:lastModifiedBy>
  <cp:revision>14</cp:revision>
  <dcterms:created xsi:type="dcterms:W3CDTF">2014-01-28T15:47:58Z</dcterms:created>
  <dcterms:modified xsi:type="dcterms:W3CDTF">2018-02-15T07:18:38Z</dcterms:modified>
</cp:coreProperties>
</file>